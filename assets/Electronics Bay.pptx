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5486400" cy="58340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89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39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" y="954788"/>
            <a:ext cx="4663440" cy="2031118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064234"/>
            <a:ext cx="4114800" cy="1408548"/>
          </a:xfrm>
        </p:spPr>
        <p:txBody>
          <a:bodyPr/>
          <a:lstStyle>
            <a:lvl1pPr marL="0" indent="0" algn="ctr">
              <a:buNone/>
              <a:defRPr sz="1440"/>
            </a:lvl1pPr>
            <a:lvl2pPr marL="274320" indent="0" algn="ctr">
              <a:buNone/>
              <a:defRPr sz="1200"/>
            </a:lvl2pPr>
            <a:lvl3pPr marL="548640" indent="0" algn="ctr">
              <a:buNone/>
              <a:defRPr sz="1080"/>
            </a:lvl3pPr>
            <a:lvl4pPr marL="822960" indent="0" algn="ctr">
              <a:buNone/>
              <a:defRPr sz="960"/>
            </a:lvl4pPr>
            <a:lvl5pPr marL="1097280" indent="0" algn="ctr">
              <a:buNone/>
              <a:defRPr sz="960"/>
            </a:lvl5pPr>
            <a:lvl6pPr marL="1371600" indent="0" algn="ctr">
              <a:buNone/>
              <a:defRPr sz="960"/>
            </a:lvl6pPr>
            <a:lvl7pPr marL="1645920" indent="0" algn="ctr">
              <a:buNone/>
              <a:defRPr sz="960"/>
            </a:lvl7pPr>
            <a:lvl8pPr marL="1920240" indent="0" algn="ctr">
              <a:buNone/>
              <a:defRPr sz="960"/>
            </a:lvl8pPr>
            <a:lvl9pPr marL="2194560" indent="0" algn="ctr">
              <a:buNone/>
              <a:defRPr sz="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447B9-F68E-4041-AA55-313C0BA46725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C6D-D946-482F-8F39-D88A959F0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535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447B9-F68E-4041-AA55-313C0BA46725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C6D-D946-482F-8F39-D88A959F0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49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1454466"/>
            <a:ext cx="4732020" cy="2426808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3904232"/>
            <a:ext cx="4732020" cy="1276201"/>
          </a:xfrm>
        </p:spPr>
        <p:txBody>
          <a:bodyPr/>
          <a:lstStyle>
            <a:lvl1pPr marL="0" indent="0">
              <a:buNone/>
              <a:defRPr sz="1440">
                <a:solidFill>
                  <a:schemeClr val="tx1"/>
                </a:solidFill>
              </a:defRPr>
            </a:lvl1pPr>
            <a:lvl2pPr marL="2743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54864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8229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4pPr>
            <a:lvl5pPr marL="109728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5pPr>
            <a:lvl6pPr marL="137160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6pPr>
            <a:lvl7pPr marL="164592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7pPr>
            <a:lvl8pPr marL="192024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8pPr>
            <a:lvl9pPr marL="219456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447B9-F68E-4041-AA55-313C0BA46725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C6D-D946-482F-8F39-D88A959F0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30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1553049"/>
            <a:ext cx="2331720" cy="37016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1553049"/>
            <a:ext cx="2331720" cy="37016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447B9-F68E-4041-AA55-313C0BA46725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C6D-D946-482F-8F39-D88A959F0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33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10611"/>
            <a:ext cx="4732020" cy="1127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1430156"/>
            <a:ext cx="2321004" cy="70089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2131053"/>
            <a:ext cx="2321004" cy="3134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1430156"/>
            <a:ext cx="2332435" cy="700897"/>
          </a:xfrm>
        </p:spPr>
        <p:txBody>
          <a:bodyPr anchor="b"/>
          <a:lstStyle>
            <a:lvl1pPr marL="0" indent="0">
              <a:buNone/>
              <a:defRPr sz="1440" b="1"/>
            </a:lvl1pPr>
            <a:lvl2pPr marL="274320" indent="0">
              <a:buNone/>
              <a:defRPr sz="1200" b="1"/>
            </a:lvl2pPr>
            <a:lvl3pPr marL="548640" indent="0">
              <a:buNone/>
              <a:defRPr sz="1080" b="1"/>
            </a:lvl3pPr>
            <a:lvl4pPr marL="822960" indent="0">
              <a:buNone/>
              <a:defRPr sz="960" b="1"/>
            </a:lvl4pPr>
            <a:lvl5pPr marL="1097280" indent="0">
              <a:buNone/>
              <a:defRPr sz="960" b="1"/>
            </a:lvl5pPr>
            <a:lvl6pPr marL="1371600" indent="0">
              <a:buNone/>
              <a:defRPr sz="960" b="1"/>
            </a:lvl6pPr>
            <a:lvl7pPr marL="1645920" indent="0">
              <a:buNone/>
              <a:defRPr sz="960" b="1"/>
            </a:lvl7pPr>
            <a:lvl8pPr marL="1920240" indent="0">
              <a:buNone/>
              <a:defRPr sz="960" b="1"/>
            </a:lvl8pPr>
            <a:lvl9pPr marL="2194560" indent="0">
              <a:buNone/>
              <a:defRPr sz="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2131053"/>
            <a:ext cx="2332435" cy="31344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447B9-F68E-4041-AA55-313C0BA46725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C6D-D946-482F-8F39-D88A959F0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92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447B9-F68E-4041-AA55-313C0BA46725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C6D-D946-482F-8F39-D88A959F0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060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447B9-F68E-4041-AA55-313C0BA46725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C6D-D946-482F-8F39-D88A959F0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99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88938"/>
            <a:ext cx="1769507" cy="1361281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839998"/>
            <a:ext cx="2777490" cy="4145966"/>
          </a:xfrm>
        </p:spPr>
        <p:txBody>
          <a:bodyPr/>
          <a:lstStyle>
            <a:lvl1pPr>
              <a:defRPr sz="1920"/>
            </a:lvl1pPr>
            <a:lvl2pPr>
              <a:defRPr sz="1680"/>
            </a:lvl2pPr>
            <a:lvl3pPr>
              <a:defRPr sz="144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750219"/>
            <a:ext cx="1769507" cy="3242497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447B9-F68E-4041-AA55-313C0BA46725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C6D-D946-482F-8F39-D88A959F0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35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388938"/>
            <a:ext cx="1769507" cy="1361281"/>
          </a:xfrm>
        </p:spPr>
        <p:txBody>
          <a:bodyPr anchor="b"/>
          <a:lstStyle>
            <a:lvl1pPr>
              <a:defRPr sz="1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839998"/>
            <a:ext cx="2777490" cy="4145966"/>
          </a:xfrm>
        </p:spPr>
        <p:txBody>
          <a:bodyPr anchor="t"/>
          <a:lstStyle>
            <a:lvl1pPr marL="0" indent="0">
              <a:buNone/>
              <a:defRPr sz="1920"/>
            </a:lvl1pPr>
            <a:lvl2pPr marL="274320" indent="0">
              <a:buNone/>
              <a:defRPr sz="1680"/>
            </a:lvl2pPr>
            <a:lvl3pPr marL="548640" indent="0">
              <a:buNone/>
              <a:defRPr sz="1440"/>
            </a:lvl3pPr>
            <a:lvl4pPr marL="822960" indent="0">
              <a:buNone/>
              <a:defRPr sz="1200"/>
            </a:lvl4pPr>
            <a:lvl5pPr marL="1097280" indent="0">
              <a:buNone/>
              <a:defRPr sz="1200"/>
            </a:lvl5pPr>
            <a:lvl6pPr marL="1371600" indent="0">
              <a:buNone/>
              <a:defRPr sz="1200"/>
            </a:lvl6pPr>
            <a:lvl7pPr marL="1645920" indent="0">
              <a:buNone/>
              <a:defRPr sz="1200"/>
            </a:lvl7pPr>
            <a:lvl8pPr marL="1920240" indent="0">
              <a:buNone/>
              <a:defRPr sz="1200"/>
            </a:lvl8pPr>
            <a:lvl9pPr marL="219456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1750219"/>
            <a:ext cx="1769507" cy="3242497"/>
          </a:xfrm>
        </p:spPr>
        <p:txBody>
          <a:bodyPr/>
          <a:lstStyle>
            <a:lvl1pPr marL="0" indent="0">
              <a:buNone/>
              <a:defRPr sz="960"/>
            </a:lvl1pPr>
            <a:lvl2pPr marL="274320" indent="0">
              <a:buNone/>
              <a:defRPr sz="840"/>
            </a:lvl2pPr>
            <a:lvl3pPr marL="548640" indent="0">
              <a:buNone/>
              <a:defRPr sz="720"/>
            </a:lvl3pPr>
            <a:lvl4pPr marL="822960" indent="0">
              <a:buNone/>
              <a:defRPr sz="600"/>
            </a:lvl4pPr>
            <a:lvl5pPr marL="1097280" indent="0">
              <a:buNone/>
              <a:defRPr sz="600"/>
            </a:lvl5pPr>
            <a:lvl6pPr marL="1371600" indent="0">
              <a:buNone/>
              <a:defRPr sz="600"/>
            </a:lvl6pPr>
            <a:lvl7pPr marL="1645920" indent="0">
              <a:buNone/>
              <a:defRPr sz="600"/>
            </a:lvl7pPr>
            <a:lvl8pPr marL="1920240" indent="0">
              <a:buNone/>
              <a:defRPr sz="600"/>
            </a:lvl8pPr>
            <a:lvl9pPr marL="219456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447B9-F68E-4041-AA55-313C0BA46725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C6D-D946-482F-8F39-D88A959F0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57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447B9-F68E-4041-AA55-313C0BA46725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C6D-D946-482F-8F39-D88A959F0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8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310610"/>
            <a:ext cx="1183005" cy="49440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310610"/>
            <a:ext cx="3480435" cy="49440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447B9-F68E-4041-AA55-313C0BA46725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ADFC6D-D946-482F-8F39-D88A959F0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8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310611"/>
            <a:ext cx="4732020" cy="112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1553049"/>
            <a:ext cx="4732020" cy="3701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5407313"/>
            <a:ext cx="1234440" cy="310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447B9-F68E-4041-AA55-313C0BA46725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5407313"/>
            <a:ext cx="1851660" cy="310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5407313"/>
            <a:ext cx="1234440" cy="3106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ADFC6D-D946-482F-8F39-D88A959F0E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40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6BB78E9E-CB4D-B6BD-D228-0BF377B74D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89" t="3067" r="11471"/>
          <a:stretch>
            <a:fillRect/>
          </a:stretch>
        </p:blipFill>
        <p:spPr>
          <a:xfrm>
            <a:off x="0" y="0"/>
            <a:ext cx="5486400" cy="583130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1E01310-F382-5620-5847-02CE422289E5}"/>
              </a:ext>
            </a:extLst>
          </p:cNvPr>
          <p:cNvSpPr txBox="1"/>
          <p:nvPr/>
        </p:nvSpPr>
        <p:spPr>
          <a:xfrm>
            <a:off x="580583" y="2102340"/>
            <a:ext cx="1201323" cy="25879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lIns="91440" tIns="9144" rIns="91440" bIns="9144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Raspberry Pi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AD8E88-A043-F21E-F1C3-E67EF1B38D42}"/>
              </a:ext>
            </a:extLst>
          </p:cNvPr>
          <p:cNvSpPr txBox="1"/>
          <p:nvPr/>
        </p:nvSpPr>
        <p:spPr>
          <a:xfrm>
            <a:off x="1781906" y="662979"/>
            <a:ext cx="1288646" cy="25879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lIns="91440" tIns="9144" rIns="91440" bIns="9144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Motor Control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5252BF-E98D-6C3B-18D5-7BB2B7EF0636}"/>
              </a:ext>
            </a:extLst>
          </p:cNvPr>
          <p:cNvSpPr txBox="1"/>
          <p:nvPr/>
        </p:nvSpPr>
        <p:spPr>
          <a:xfrm>
            <a:off x="1601975" y="4816856"/>
            <a:ext cx="993805" cy="25879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lIns="91440" tIns="9144" rIns="91440" bIns="9144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5V Supply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FC09B0-2820-1946-9123-19D972776850}"/>
              </a:ext>
            </a:extLst>
          </p:cNvPr>
          <p:cNvSpPr txBox="1"/>
          <p:nvPr/>
        </p:nvSpPr>
        <p:spPr>
          <a:xfrm>
            <a:off x="3736539" y="3961072"/>
            <a:ext cx="1093480" cy="25879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lIns="91440" tIns="9144" rIns="91440" bIns="9144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12V Supply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3EC939-7101-E421-ECD8-EFDB20099509}"/>
              </a:ext>
            </a:extLst>
          </p:cNvPr>
          <p:cNvSpPr txBox="1"/>
          <p:nvPr/>
        </p:nvSpPr>
        <p:spPr>
          <a:xfrm>
            <a:off x="2996985" y="2231737"/>
            <a:ext cx="923543" cy="25879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lIns="91440" tIns="9144" rIns="91440" bIns="9144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LED Ring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72C87C-0B16-8054-70C2-EF94ED0C8B7B}"/>
              </a:ext>
            </a:extLst>
          </p:cNvPr>
          <p:cNvSpPr txBox="1"/>
          <p:nvPr/>
        </p:nvSpPr>
        <p:spPr>
          <a:xfrm>
            <a:off x="88015" y="69500"/>
            <a:ext cx="1787673" cy="326898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lIns="91440" tIns="9144" rIns="91440" bIns="9144" rtlCol="0">
            <a:spAutoFit/>
          </a:bodyPr>
          <a:lstStyle/>
          <a:p>
            <a:pPr algn="ct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Top-Down View</a:t>
            </a:r>
          </a:p>
        </p:txBody>
      </p:sp>
    </p:spTree>
    <p:extLst>
      <p:ext uri="{BB962C8B-B14F-4D97-AF65-F5344CB8AC3E}">
        <p14:creationId xmlns:p14="http://schemas.microsoft.com/office/powerpoint/2010/main" val="2295961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260810F-F616-43B5-41CC-8A8A40F8BD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50" t="2944" r="13220" b="3689"/>
          <a:stretch>
            <a:fillRect/>
          </a:stretch>
        </p:blipFill>
        <p:spPr>
          <a:xfrm>
            <a:off x="0" y="2759"/>
            <a:ext cx="5486400" cy="58313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95044DF-0A8D-3605-9344-75CDE31EA46F}"/>
              </a:ext>
            </a:extLst>
          </p:cNvPr>
          <p:cNvSpPr txBox="1"/>
          <p:nvPr/>
        </p:nvSpPr>
        <p:spPr>
          <a:xfrm>
            <a:off x="101598" y="93782"/>
            <a:ext cx="1758022" cy="326898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lIns="91440" tIns="9144" rIns="91440" bIns="9144" rtlCol="0">
            <a:spAutoFit/>
          </a:bodyPr>
          <a:lstStyle/>
          <a:p>
            <a:pPr algn="ctr"/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Expanded 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E9BFB-3CB5-1AB4-E722-985DE5A0FD81}"/>
              </a:ext>
            </a:extLst>
          </p:cNvPr>
          <p:cNvSpPr txBox="1"/>
          <p:nvPr/>
        </p:nvSpPr>
        <p:spPr>
          <a:xfrm>
            <a:off x="1258958" y="3702278"/>
            <a:ext cx="1201323" cy="25879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lIns="91440" tIns="9144" rIns="91440" bIns="9144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Raspberry Pi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984ED0-5D11-6328-100C-D05ACF46799D}"/>
              </a:ext>
            </a:extLst>
          </p:cNvPr>
          <p:cNvSpPr txBox="1"/>
          <p:nvPr/>
        </p:nvSpPr>
        <p:spPr>
          <a:xfrm>
            <a:off x="2931180" y="291283"/>
            <a:ext cx="1391203" cy="25879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lIns="91440" tIns="9144" rIns="91440" bIns="9144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Moving Fingers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B321B3-57B8-F12D-34E0-2C06699DE2D9}"/>
              </a:ext>
            </a:extLst>
          </p:cNvPr>
          <p:cNvSpPr txBox="1"/>
          <p:nvPr/>
        </p:nvSpPr>
        <p:spPr>
          <a:xfrm>
            <a:off x="2743200" y="2917031"/>
            <a:ext cx="923543" cy="25879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none" lIns="91440" tIns="9144" rIns="91440" bIns="9144" rtlCol="0">
            <a:spAutoFit/>
          </a:bodyPr>
          <a:lstStyle/>
          <a:p>
            <a:pPr algn="ctr"/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LED Ring</a:t>
            </a:r>
          </a:p>
        </p:txBody>
      </p:sp>
    </p:spTree>
    <p:extLst>
      <p:ext uri="{BB962C8B-B14F-4D97-AF65-F5344CB8AC3E}">
        <p14:creationId xmlns:p14="http://schemas.microsoft.com/office/powerpoint/2010/main" val="1562892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</TotalTime>
  <Words>20</Words>
  <Application>Microsoft Office PowerPoint</Application>
  <PresentationFormat>Custom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Tahoma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Pyka</dc:creator>
  <cp:lastModifiedBy>Pyka</cp:lastModifiedBy>
  <cp:revision>1</cp:revision>
  <dcterms:created xsi:type="dcterms:W3CDTF">2026-05-10T01:26:18Z</dcterms:created>
  <dcterms:modified xsi:type="dcterms:W3CDTF">2026-05-10T01:32:10Z</dcterms:modified>
</cp:coreProperties>
</file>